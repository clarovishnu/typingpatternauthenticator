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Typing Pattern Authenticator Using Machine Learning</a:t>
            </a:r>
          </a:p>
        </p:txBody>
      </p:sp>
      <p:sp>
        <p:nvSpPr>
          <p:cNvPr id="3" name="Subtitle 2"/>
          <p:cNvSpPr>
            <a:spLocks noGrp="1"/>
          </p:cNvSpPr>
          <p:nvPr>
            <p:ph type="subTitle" idx="1"/>
          </p:nvPr>
        </p:nvSpPr>
        <p:spPr/>
        <p:txBody>
          <a:bodyPr/>
          <a:lstStyle/>
          <a:p>
            <a:r>
              <a:t>Pedalal Vishnu Vardhan</a:t>
            </a:r>
          </a:p>
          <a:p>
            <a:r>
              <a:t>AVN Institute of Engineering and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t>The Typing Pattern Authenticator is a behavioral biometric authentication system that identifies users based on their unique typing rhythm. Machine Learning algorithms analyze key timing data such as dwell and flight times to classify users accurately. This project adds a new layer of security to traditional authentication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 Traditional authentication methods like passwords and PINs are vulnerable.</a:t>
            </a:r>
          </a:p>
          <a:p>
            <a:r>
              <a:t>• Keystroke dynamics use typing rhythm as a behavioral biometric.</a:t>
            </a:r>
          </a:p>
          <a:p>
            <a:r>
              <a:t>• Every user’s typing speed, dwell time, and key transition form a unique pattern.</a:t>
            </a:r>
          </a:p>
          <a:p>
            <a:r>
              <a:t>• Machine Learning models can learn and recognize these patterns.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1. Data Collection: Capture key press and release events.</a:t>
            </a:r>
          </a:p>
          <a:p>
            <a:r>
              <a:t>2. Feature Extraction: Compute dwell and flight times.</a:t>
            </a:r>
          </a:p>
          <a:p>
            <a:r>
              <a:t>3. Model Training: Train ML model (SVM) with extracted features.</a:t>
            </a:r>
          </a:p>
          <a:p>
            <a:r>
              <a:t>4. Authentication: Predict user ID from typing pattern.</a:t>
            </a:r>
          </a:p>
          <a:p/>
          <a:p>
            <a:r>
              <a:t>📸 Placeholder: Insert flowchart diagram 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1. Data Collection – User typing data captured through Flask web app.</a:t>
            </a:r>
          </a:p>
          <a:p>
            <a:r>
              <a:t>2. Feature Extraction – Compute dwell time, flight time, and statistics.</a:t>
            </a:r>
          </a:p>
          <a:p>
            <a:r>
              <a:t>3. Model Training – SVM model trained using extracted features.</a:t>
            </a:r>
          </a:p>
          <a:p>
            <a:r>
              <a:t>4. Authentication – Predict user ID for new typing data.</a:t>
            </a:r>
          </a:p>
          <a:p/>
          <a:p>
            <a:r>
              <a:t>📸 Placeholder: Insert screenshots of code and execution.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Screenshots</a:t>
            </a:r>
          </a:p>
        </p:txBody>
      </p:sp>
      <p:sp>
        <p:nvSpPr>
          <p:cNvPr id="3" name="Content Placeholder 2"/>
          <p:cNvSpPr>
            <a:spLocks noGrp="1"/>
          </p:cNvSpPr>
          <p:nvPr>
            <p:ph idx="1"/>
          </p:nvPr>
        </p:nvSpPr>
        <p:spPr/>
        <p:txBody>
          <a:bodyPr/>
          <a:lstStyle/>
          <a:p>
            <a:r>
              <a:t>📸 Screenshot 1: Flask Web Interface</a:t>
            </a:r>
          </a:p>
          <a:p>
            <a:r>
              <a:t>📸 Screenshot 2: Model Training Output</a:t>
            </a:r>
          </a:p>
          <a:p>
            <a:r>
              <a:t>📸 Screenshot 3: Project Directory Structure</a:t>
            </a:r>
          </a:p>
          <a:p>
            <a:r>
              <a:t>📸 Screenshot 4: Prediction Results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and Discussion</a:t>
            </a:r>
          </a:p>
        </p:txBody>
      </p:sp>
      <p:sp>
        <p:nvSpPr>
          <p:cNvPr id="3" name="Content Placeholder 2"/>
          <p:cNvSpPr>
            <a:spLocks noGrp="1"/>
          </p:cNvSpPr>
          <p:nvPr>
            <p:ph idx="1"/>
          </p:nvPr>
        </p:nvSpPr>
        <p:spPr/>
        <p:txBody>
          <a:bodyPr/>
          <a:lstStyle/>
          <a:p>
            <a:r>
              <a:t>• Model trained using Support Vector Machine (SVM).</a:t>
            </a:r>
          </a:p>
          <a:p>
            <a:r>
              <a:t>• Accuracy improved with more samples per user.</a:t>
            </a:r>
          </a:p>
          <a:p>
            <a:r>
              <a:t>• Precision, recall, and F1-score indicate reliable classification.</a:t>
            </a:r>
          </a:p>
          <a:p>
            <a:r>
              <a:t>• Confusion matrix shows minimal overlap between users.</a:t>
            </a:r>
          </a:p>
          <a:p/>
          <a:p>
            <a:r>
              <a:t>📸 Placeholder: Insert accuracy and confusion matrix screenshots.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Successfully implemented a behavioral biometric authentication system.</a:t>
            </a:r>
          </a:p>
          <a:p>
            <a:r>
              <a:t>• Identifies users based on typing rhythm and timing patterns.</a:t>
            </a:r>
          </a:p>
          <a:p>
            <a:r>
              <a:t>• Provides a secure and innovative alternative to traditional login systems.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Scope</a:t>
            </a:r>
          </a:p>
        </p:txBody>
      </p:sp>
      <p:sp>
        <p:nvSpPr>
          <p:cNvPr id="3" name="Content Placeholder 2"/>
          <p:cNvSpPr>
            <a:spLocks noGrp="1"/>
          </p:cNvSpPr>
          <p:nvPr>
            <p:ph idx="1"/>
          </p:nvPr>
        </p:nvSpPr>
        <p:spPr/>
        <p:txBody>
          <a:bodyPr/>
          <a:lstStyle/>
          <a:p>
            <a:r>
              <a:t>• Integrate with real-time login systems.</a:t>
            </a:r>
          </a:p>
          <a:p>
            <a:r>
              <a:t>• Implement continuous authentication.</a:t>
            </a:r>
          </a:p>
          <a:p>
            <a:r>
              <a:t>• Use deep learning models for better accuracy.</a:t>
            </a:r>
          </a:p>
          <a:p>
            <a:r>
              <a:t>• Deploy on cloud for public access and scalability.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&amp; Acknowledgement</a:t>
            </a:r>
          </a:p>
        </p:txBody>
      </p:sp>
      <p:sp>
        <p:nvSpPr>
          <p:cNvPr id="3" name="Content Placeholder 2"/>
          <p:cNvSpPr>
            <a:spLocks noGrp="1"/>
          </p:cNvSpPr>
          <p:nvPr>
            <p:ph idx="1"/>
          </p:nvPr>
        </p:nvSpPr>
        <p:spPr/>
        <p:txBody>
          <a:bodyPr/>
          <a:lstStyle/>
          <a:p>
            <a:r>
              <a:t>References:</a:t>
            </a:r>
          </a:p>
          <a:p>
            <a:r>
              <a:t>1. Revett, K. 'A bioinformatics-based approach to user authentication via keystroke dynamics', 2017.</a:t>
            </a:r>
          </a:p>
          <a:p>
            <a:r>
              <a:t>2. Banerjee, S., Woodard, D. 'Biometric Authentication using Keystroke Dynamics', IEEE, 2019.</a:t>
            </a:r>
          </a:p>
          <a:p/>
          <a:p>
            <a:r>
              <a:t>Acknowledgement:</a:t>
            </a:r>
          </a:p>
          <a:p>
            <a:r>
              <a:t>I would like to thank my faculty and peers from AVN Institute of Engineering and Technology for their support and guidance during the completion of this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